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3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howGuides="1">
      <p:cViewPr varScale="1">
        <p:scale>
          <a:sx n="57" d="100"/>
          <a:sy n="57" d="100"/>
        </p:scale>
        <p:origin x="45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0878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16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733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508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7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0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17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83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10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204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896" r:id="rId6"/>
    <p:sldLayoutId id="2147483892" r:id="rId7"/>
    <p:sldLayoutId id="2147483893" r:id="rId8"/>
    <p:sldLayoutId id="2147483894" r:id="rId9"/>
    <p:sldLayoutId id="2147483895" r:id="rId10"/>
    <p:sldLayoutId id="2147483897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31384CA-BBDF-78EA-C1B6-7C26234E0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081EE3-B6BE-9584-F5AF-E5F6484DA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Foto en blanco y negro de un grupo de gente&#10;&#10;El contenido generado por IA puede ser incorrecto.">
            <a:extLst>
              <a:ext uri="{FF2B5EF4-FFF2-40B4-BE49-F238E27FC236}">
                <a16:creationId xmlns:a16="http://schemas.microsoft.com/office/drawing/2014/main" id="{9840E192-BB5D-8CB1-ACCC-F803511510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912" b="5502"/>
          <a:stretch>
            <a:fillRect/>
          </a:stretch>
        </p:blipFill>
        <p:spPr>
          <a:xfrm>
            <a:off x="20" y="10"/>
            <a:ext cx="12191978" cy="6857990"/>
          </a:xfrm>
          <a:prstGeom prst="rect">
            <a:avLst/>
          </a:prstGeom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1A03FE5-7938-1573-2D18-E168CC7C0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6782305" y="952500"/>
            <a:ext cx="4457195" cy="4953000"/>
          </a:xfrm>
          <a:custGeom>
            <a:avLst/>
            <a:gdLst>
              <a:gd name="connsiteX0" fmla="*/ 0 w 9985794"/>
              <a:gd name="connsiteY0" fmla="*/ 0 h 4920343"/>
              <a:gd name="connsiteX1" fmla="*/ 9985794 w 9985794"/>
              <a:gd name="connsiteY1" fmla="*/ 0 h 4920343"/>
              <a:gd name="connsiteX2" fmla="*/ 9985794 w 9985794"/>
              <a:gd name="connsiteY2" fmla="*/ 4920343 h 4920343"/>
              <a:gd name="connsiteX3" fmla="*/ 0 w 9985794"/>
              <a:gd name="connsiteY3" fmla="*/ 4920343 h 4920343"/>
              <a:gd name="connsiteX4" fmla="*/ 0 w 9985794"/>
              <a:gd name="connsiteY4" fmla="*/ 4119525 h 4920343"/>
              <a:gd name="connsiteX5" fmla="*/ 4905554 w 9985794"/>
              <a:gd name="connsiteY5" fmla="*/ 4119525 h 4920343"/>
              <a:gd name="connsiteX6" fmla="*/ 4905554 w 9985794"/>
              <a:gd name="connsiteY6" fmla="*/ 1451087 h 4920343"/>
              <a:gd name="connsiteX7" fmla="*/ 0 w 9985794"/>
              <a:gd name="connsiteY7" fmla="*/ 1451087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8" fmla="*/ 4996994 w 9985794"/>
              <a:gd name="connsiteY8" fmla="*/ 4210965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0" fmla="*/ 4905554 w 9985794"/>
              <a:gd name="connsiteY0" fmla="*/ 1451087 h 4920343"/>
              <a:gd name="connsiteX1" fmla="*/ 0 w 9985794"/>
              <a:gd name="connsiteY1" fmla="*/ 1451087 h 4920343"/>
              <a:gd name="connsiteX2" fmla="*/ 0 w 9985794"/>
              <a:gd name="connsiteY2" fmla="*/ 0 h 4920343"/>
              <a:gd name="connsiteX3" fmla="*/ 9985794 w 9985794"/>
              <a:gd name="connsiteY3" fmla="*/ 0 h 4920343"/>
              <a:gd name="connsiteX4" fmla="*/ 9985794 w 9985794"/>
              <a:gd name="connsiteY4" fmla="*/ 4920343 h 4920343"/>
              <a:gd name="connsiteX5" fmla="*/ 0 w 9985794"/>
              <a:gd name="connsiteY5" fmla="*/ 4920343 h 4920343"/>
              <a:gd name="connsiteX6" fmla="*/ 0 w 9985794"/>
              <a:gd name="connsiteY6" fmla="*/ 4119525 h 4920343"/>
              <a:gd name="connsiteX0" fmla="*/ 0 w 9985794"/>
              <a:gd name="connsiteY0" fmla="*/ 1451087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5794" h="4920343">
                <a:moveTo>
                  <a:pt x="0" y="1451087"/>
                </a:moveTo>
                <a:lnTo>
                  <a:pt x="0" y="0"/>
                </a:lnTo>
                <a:lnTo>
                  <a:pt x="9985794" y="0"/>
                </a:lnTo>
                <a:lnTo>
                  <a:pt x="9985794" y="4920343"/>
                </a:lnTo>
                <a:lnTo>
                  <a:pt x="0" y="4920343"/>
                </a:lnTo>
                <a:lnTo>
                  <a:pt x="0" y="4119525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18A9D-F9CB-AE5B-7043-F8B170E20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5712" y="2033018"/>
            <a:ext cx="4115702" cy="2116348"/>
          </a:xfrm>
          <a:noFill/>
        </p:spPr>
        <p:txBody>
          <a:bodyPr anchor="ctr">
            <a:normAutofit fontScale="90000"/>
          </a:bodyPr>
          <a:lstStyle/>
          <a:p>
            <a:pPr algn="r"/>
            <a:r>
              <a:rPr lang="es-ES" sz="4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Seminarios de la 324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A6680F-6742-278F-A57F-BF1173666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5713" y="4497355"/>
            <a:ext cx="3354752" cy="945063"/>
          </a:xfrm>
          <a:noFill/>
        </p:spPr>
        <p:txBody>
          <a:bodyPr anchor="b">
            <a:normAutofit/>
          </a:bodyPr>
          <a:lstStyle/>
          <a:p>
            <a:pPr algn="r"/>
            <a:r>
              <a:rPr lang="es-E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Jueves 14 </a:t>
            </a:r>
            <a:r>
              <a:rPr lang="es-ES" sz="2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hs</a:t>
            </a:r>
            <a:endParaRPr lang="es-ES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15904005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</Words>
  <Application>Microsoft Office PowerPoint</Application>
  <PresentationFormat>Panorámica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Goudy Old Style</vt:lpstr>
      <vt:lpstr>Univers Light</vt:lpstr>
      <vt:lpstr>PoiseVTI</vt:lpstr>
      <vt:lpstr>Seminarios de la 324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Nicolás Vazquez</dc:creator>
  <cp:lastModifiedBy>Nicolás Vazquez</cp:lastModifiedBy>
  <cp:revision>1</cp:revision>
  <dcterms:created xsi:type="dcterms:W3CDTF">2025-11-14T23:58:32Z</dcterms:created>
  <dcterms:modified xsi:type="dcterms:W3CDTF">2025-11-15T00:03:02Z</dcterms:modified>
</cp:coreProperties>
</file>